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Agentic AI Procurement Advisor for Ross Stores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DCE8F8"/>
                </a:solidFill>
                <a:latin typeface="Calibri"/>
              </a:rPr>
              <a:t>When, how much, and whether to buy — under tariffs, trade deals and demand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Solo project  ·  Multi-agent pipeline on Google Gemini  ·  Streamlit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Company &amp; Value-Chain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DCE8F8"/>
                </a:solidFill>
                <a:latin typeface="Calibri"/>
              </a:rPr>
              <a:t>Problem Statement Identification — where agentic AI fits at Ross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2A78D6"/>
                </a:solidFill>
                <a:latin typeface="Calibri"/>
              </a:rPr>
              <a:t>Ross Stores, Inc. — 'Ross Dress for Less'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 US off-price retailer: ~2,200 stores, ~$21B revenue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 Business model = opportunistic buying: procure branded goods below wholesale, resell 20–60% under department-store prices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 Margins live or die on procurement decisions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 Value-chain function chosen: Sourcing &amp; Procurement (Operations / Buying)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303520" cy="137160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Why this function?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Hundreds of buyers make thousands of buy/no-buy calls per season across brands and origin countries — the most decision-dense function in the company.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383280"/>
            <a:ext cx="5303520" cy="137160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What changed in 2025–26?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Tariff escalations, renegotiated trade deals, and fast-moving demand trends mean yesterday's profitable buy is today's loss-maker.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173736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/>
            <a:r>
              <a:rPr sz="1900" b="1">
                <a:solidFill>
                  <a:srgbClr val="0B0B0B"/>
                </a:solidFill>
                <a:latin typeface="Calibri"/>
              </a:rPr>
              <a:t>“When, and in what quantity, should Ross procure a product from a given brand and origin country so the buy stays profitably feasible — given current tariffs, geopolitical trade deals and demand trends? And if the answer is ‘partially yes’, exactly how much?”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52514E"/>
                </a:solidFill>
                <a:latin typeface="Calibri"/>
              </a:rPr>
              <a:t>Every candidate buy must answer four questions: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40480"/>
            <a:ext cx="2651760" cy="210312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1 · Feasibility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Does landed cost (FOB + duty + freight + handling) still clear the target gross margin at the off-price retail point?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3840480"/>
            <a:ext cx="2651760" cy="210312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2 · Risk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Is the origin's US trade relationship stable, deteriorating (tariff hikes) or improving (relief being ratified)?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2651760" cy="210312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3 · Demand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Is the category trending up or down with consumers? What does next quarter's forecast support?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3840480"/>
            <a:ext cx="2651760" cy="210312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4 · Quantity &amp; timing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Full buy, PARTIAL buy (cap exposure at MOQ+), or walk away — and order now or after a known event?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Why Agentic AI — not a dashboard, not one prompt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1207008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Four heterogeneous evidence streams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Tariff schedules, trade-deal news, demand indices and unit economics each need different data and reasoning → one specialist agent per stream, like a real buying office.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97480"/>
            <a:ext cx="11064240" cy="1207008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Synthesis with graded judgment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The output isn't a score — it's 'PARTIAL YES, 8,000 units, wait for the October ratification vote'. A Decision Agent argues from four reports; a rule engine can't handle novel geopolitics.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023360"/>
            <a:ext cx="11064240" cy="1207008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Conditions change weekly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New tariff tranches, port congestion, deal votes. Agents re-run on fresh data with zero re-engineering.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49240"/>
            <a:ext cx="11064240" cy="1207008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Auditability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Hard numbers (landed cost, margins, forecasts) are deterministic Python; the LLM adds interpretation. Every agent's report is shown to the buyer.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Data Collation — 6 synthetic datasets (seeded &amp; reproducible)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DCE8F8"/>
                </a:solidFill>
                <a:latin typeface="Calibri"/>
              </a:rPr>
              <a:t>Generated by data_gen.py, calibrated to a mid-2026 trade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94960" cy="155448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brand_catalog.csv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24 candidate brands · 8 origin countries · 5 categories · FOB cost, MOQ, lead time, quality, freight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71600"/>
            <a:ext cx="5394960" cy="155448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tariff_schedule.csv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Base vs current US tariff per country × category — reflects 2025–26 tariff actions (China +30pts, Mexico duty-free under USMCA)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5394960" cy="155448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trade_agreements.csv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Per-country deal status: active / suspended / under negotiation, relief terms, outlook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063240"/>
            <a:ext cx="5394960" cy="155448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geopolitical_events.csv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News-style event feed with 1–10 risk impact (tariff tranches, port congestion, ratification votes, currency moves)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54880"/>
            <a:ext cx="5394960" cy="155448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market_trends.csv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24 months × 5 categories: demand index, social buzz, retail price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754880"/>
            <a:ext cx="5394960" cy="155448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sales_history.csv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24 months of Ross category sales (units, revenue) with seasonality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Solution Architecture — the agent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DCE8F8"/>
                </a:solidFill>
                <a:latin typeface="Calibri"/>
              </a:rPr>
              <a:t>agents.py · Google Gemini · JSON-constrained outputs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651760" cy="173736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Tariff Agent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Duty exposure, landed-cost breakdown, cheaper-origin alternatives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463040"/>
            <a:ext cx="2651760" cy="173736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Geopolitics Agent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Trade-deal status, country risk 1–10, 6-month outlook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2651760" cy="173736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Trend Agent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Demand momentum, seasonality, next-quarter forecast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463040"/>
            <a:ext cx="2651760" cy="173736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Finance Agent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Margin vs target, breakeven retail, negotiation levers</a:t>
            </a:r>
          </a:p>
        </p:txBody>
      </p:sp>
      <p:sp>
        <p:nvSpPr>
          <p:cNvPr id="9" name="Down Arrow 8"/>
          <p:cNvSpPr/>
          <p:nvPr/>
        </p:nvSpPr>
        <p:spPr>
          <a:xfrm>
            <a:off x="5669280" y="3291840"/>
            <a:ext cx="822960" cy="731520"/>
          </a:xfrm>
          <a:prstGeom prst="downArrow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26080" y="4114800"/>
            <a:ext cx="6400800" cy="1463040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Chief Decision Agent</a:t>
            </a:r>
          </a:p>
          <a:p>
            <a:pPr algn="ctr"/>
            <a:r>
              <a:rPr sz="1300">
                <a:solidFill>
                  <a:srgbClr val="DCE8F8"/>
                </a:solidFill>
                <a:latin typeface="Calibri"/>
              </a:rPr>
              <a:t>YES / PARTIAL_YES / NO · recommended quantity · order timing · confidence · revisit triggers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57607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Guardrails: quantity clamped to [MOQ, requested] in multiples of 500; forced to 0 on 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How a decision is made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DCE8F8"/>
                </a:solidFill>
                <a:latin typeface="Calibri"/>
              </a:rPr>
              <a:t>Deterministic math + LLM judgment = auditable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932688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1 · Buyer input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Category, brand, requested quantity, target margin — from the Streamlit sidebar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11064240" cy="932688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2 · Deterministic core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Landed cost = FOB + duty + freight + handling; gross margin vs retail; next-quarter forecast from sales drift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38144"/>
            <a:ext cx="11064240" cy="932688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3 · Specialist agents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Each gets only its data slice + the hard numbers; returns strict JSON (risk levels, outlooks, viability)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471416"/>
            <a:ext cx="11064240" cy="932688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4 · Decision synthesis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Chief agent weighs all four reports → decision, quantity, timing, rationale, conditions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504688"/>
            <a:ext cx="11064240" cy="932688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5 · Buyer-facing output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Decision card, cost/tariff/trend charts, and each agent's full report for audit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Prototype in action — three demo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611880" cy="393192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D03B3B"/>
                </a:solidFill>
                <a:latin typeface="Calibri"/>
              </a:rPr>
              <a:t>China · MeiTex Garments (Apparel)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Tariff 16.5% → 46.5% after 2026 tranches. Duty alone adds ~$2.37/unit on a $5.10 FOB. Margin collapses below target → typically NO or a sharply reduced buy, with 'revisit if talks resume'.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63040"/>
            <a:ext cx="3611880" cy="393192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EDA100"/>
                </a:solidFill>
                <a:latin typeface="Calibri"/>
              </a:rPr>
              <a:t>Vietnam · DaNang Soles (Footwear)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Footwear demand rising; tariff relief (−10pts) awaiting an October ratification vote. Typical outcome: PARTIAL_YES — order near MOQ now to secure capacity, place the balance after the vote.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611880" cy="393192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0CA30C"/>
                </a:solidFill>
                <a:latin typeface="Calibri"/>
              </a:rPr>
              <a:t>Mexico · Casa Loma Living (Home Goods)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USMCA duty-free, 12-day lead time, stable politics. Landed cost stays low → clean YES at or near requested quantity, order 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52514E"/>
                </a:solidFill>
                <a:latin typeface="Calibri"/>
              </a:rPr>
              <a:t>Same pipeline, three coherent, differentiated answers — driven by tariffs, deals and trends, not hand-tuned rules.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Tech Stack &amp; Repository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94960" cy="137160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LLM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Google Gemini (gemini-2.5-flash) via google-genai SDK — JSON-mode, temperature 0.2, model fallback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971800"/>
            <a:ext cx="5394960" cy="137160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Orchestration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Plain-Python sequential pipeline (agents.py) — transparent, explainable, no framework overhead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480560"/>
            <a:ext cx="5394960" cy="137160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UI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Streamlit dashboard (app.py) with Plotly charts: tariff comparison, demand trends, landed-cost breakdown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03520" cy="137160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Data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Six seeded synthetic datasets (data_gen.py) — reproducible, mid-2026 calibrated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971800"/>
            <a:ext cx="5303520" cy="137160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Guardrails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Deterministic landed-cost &amp; margin math; quantity clamped to MOQ/request; decision forced consistent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480560"/>
            <a:ext cx="5303520" cy="1371600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5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2A78D6"/>
                </a:solidFill>
                <a:latin typeface="Calibri"/>
              </a:rPr>
              <a:t>Run it</a:t>
            </a:r>
          </a:p>
          <a:p>
            <a:r>
              <a:rPr sz="1200">
                <a:solidFill>
                  <a:srgbClr val="52514E"/>
                </a:solidFill>
                <a:latin typeface="Calibri"/>
              </a:rPr>
              <a:t>pip install -r requirements.txt · add GEMINI_API_KEY to .env · streamlit run app.py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Impact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What the prototype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 Turns a multi-week merchant judgment call into a 30-second, auditable, evidence-backed recommendation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 Answers the 'partial yes' question with an exact unit count and timing — not just a red/green light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 Buyers can flip origins (China → Vietnam → Mexico) and watch the recommendation shift coherently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5196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 Live data: replace synthetic feeds with USITC tariff APIs, news APIs and Google Trends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 Portfolio mode: optimize across all candidate buys under a total open-to-buy budget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 Autonomous monitoring: agents watch the event feed and proactively alert buyers when a placed order's assumptions break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52514E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